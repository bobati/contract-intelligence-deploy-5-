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KT–Palantir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인텔리전스 플랫폼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계약 리스크 분석 · 문서 관리 · Hurdle 추적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794760"/>
            <a:ext cx="457200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023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URL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https://contract-kt-palantir.vercel.app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617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https://github.com/Bobati/contract-intelligence-deploy-5-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4572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3200400"/>
            <a:ext cx="2011680" cy="2011680"/>
          </a:xfrm>
          <a:prstGeom prst="ellipse">
            <a:avLst/>
          </a:prstGeom>
          <a:solidFill>
            <a:srgbClr val="0F2040"/>
          </a:solidFill>
          <a:ln w="12700">
            <a:solidFill>
              <a:srgbClr val="2DD4B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플랫폼이 필요한가?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수백 페이지 영문 법률 문서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SAA·TOS·Order Form을 수동으로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대조·검색하는 데 수 시간 소요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복잡한 이해관계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4708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입장과 Palantir 예상 반론을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고려해야 하는 어려움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문서 간 충돌 조항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SAA와 TOS가 서로 상충하는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 5개 이상 — 놓치면 리스크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404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Hurdle 달성 추적 부재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3159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$55M 목표 대비 누적 실적을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실시간으로 파악하기 어려움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3중 병렬 분석으로 계약 리스크를 즉시 파악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담당자가 계약 이슈를 자연어로 입력하면,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변호사 · Palantir 변호사 · TOS 전문가 역할의 AI 에이전트가 동시에 분석하고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판사 AI가 종합 판단 및 리스크 등급을 산출합니다.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 ·  병렬 분석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41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  KT 변호사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SAA·OF 기반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유리 논거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2395728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441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Palantir 변호사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53128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 입장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반론 구성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2395728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441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TOS 분석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47888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 리스크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분석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24144" y="3145536"/>
            <a:ext cx="73152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1272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A0A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  ·  종합 판단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35661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1A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611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🧑‍⚖️  판사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51960" y="3858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분석 통합 → 종합 의견 + 리스크 등급 산출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315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분석 결과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681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의견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(리스크 등급)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4617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4681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방어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4617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681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반론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4617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4681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 위반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09760" y="4617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2912" y="4681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조항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  이슈 분석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입력 → AI 3중 병렬 분석 → 즉시 결과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53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자동 모드 감지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830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이슈를 분석해 기본(SAA·OF) / 확장(하도급·개인정보·공정거래법) 모드 자동 선택. 수동 전환도 가능.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18872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1353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이슈 입력 템플릿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9704" y="17830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위반·대금 미지급·영업 제한 등 유형별 2줄 스타터 템플릿 제공으로 입력 부담 최소화.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18872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1353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리스크 색상 코딩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49056" y="17830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HIGH(빨강) · MEDIUM(주황) · LOW(초록) 3단계 시각적 표시. 종합 의견 박스에 리스크 색상 연동.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분석 중단 버튼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4343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진행 중 언제든 취소 가능. AbortController로 모든 병렬 API 호출 즉시 중단.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25112" y="374904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분석 리포트 출력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9704" y="4343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1페이지 + 별첨 A~E 구성의 A4 인쇄용 HTML 리포트 자동 생성.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84464" y="374904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조항 링크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49056" y="4343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내 조항 번호(SAA §3.2 등) 클릭 시 원문·번역 팝업 즉시 표시.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  문서 관리 &amp; Amendment 파싱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업로드 → AI 자동 추출 → 검토 → KB 반영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문서 유형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D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Reseller Agreement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본계약 — 핵심 조항 40개 내장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D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Terms of Service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 이용약관 — 17개 조항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D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614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Form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Enablement Program — 4개 조항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09544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D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284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Form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328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라이선스 — 5개 조항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76472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A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95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8953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Amendment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8953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변경서 — AI 자동 파싱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AMD 자동 파싱 플로우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1463040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0A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554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75120" y="15544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업로드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188366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· DOCX · TXT 지원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OCR(스캔 PDF) 자동 처리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54203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697480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0A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788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75120" y="2788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청크 추출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311810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 조항 참조 60개 기반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조항 자동 식별 및 분류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77647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931920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0A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4023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75120" y="40233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패널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435254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전·후 전문 비교 뷰어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조항별 선택적 반영 가능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501091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5166360"/>
            <a:ext cx="5760720" cy="1078992"/>
          </a:xfrm>
          <a:prstGeom prst="roundRect">
            <a:avLst>
              <a:gd name="adj" fmla="val 6780"/>
            </a:avLst>
          </a:prstGeom>
          <a:solidFill>
            <a:srgbClr val="0A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5257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675120" y="5257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 반영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558698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Contract KB 업데이트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이슈 분석에 즉시 반영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  Hurdle 추적 &amp; 충돌 감지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핵심 KPI 실시간 관리 + 계약 간 리스크 사전 탐지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 Hurdle 트래커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0D1A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Hurdle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$55,000,000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추적 단위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QRC (Qualified Resale Contract)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방식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영구 저장 (세션 공유 가능)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달성률 시뮬레이션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02920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03320"/>
            <a:ext cx="1609344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14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32% 달성 ($17.6M / $55M)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QRC 실적 등록 · 수정 · 삭제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9560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달성률 시각화 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3400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예측 추이 표시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7241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Supabase 실시간 동기화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충돌 조항 감지 (내장)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536192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A0D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6459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XC-001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52360" y="16459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9385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정지권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 §6.2(20일 통보) vs TOS §8.4(즉시 정지)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2496312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A0D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06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XC-002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26060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89864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Liability Cap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 §8.2($10M) vs TOS §12($100K)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456432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A0D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566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XC-003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52360" y="356616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8587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준거법·중재지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 §9.0(한국법/서울) vs TOS §13(영국법/런던)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416552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A0D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526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IC-001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52360" y="45262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48188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Hurdle 산입 범위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Co-Sell 수익의 Hurdle 포함 여부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5376672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1A0D0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486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IC-002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52360" y="54864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577900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 후 수익 배분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§2.11(10/90) vs §6.3(good faith 협상)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SPA · Vercel Serverless · Azure OpenAI (GPT-5 Nano) · Supabase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0D1A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(React 18 + Vite)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IssueAnalyzer.jsx — 전체 로직 단일 파일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CONTRACT_KB — 조항 지식베이스 (정적)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CLAUSE_FULLTEXT — 조항 원문·번역 (정적)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pdf.js + Tesseract.js — PDF/OCR 처리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954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Mammoth.js — DOCX 추출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0A1A1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(Vercel Serverless)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6733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/api/chat — Azure OpenAI 프록시 (Node.js)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057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환경변수 관리 (API Key 보호)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4414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스트리밍 응답 처리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1A0D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Engine (Azure OpenAI)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251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GPT-5 Nano (gpt-5-nano-03) — 모든 분석 단계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Azure East US 2 리전 배포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0932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3-way 동시 호출 + AbortController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79476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0A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(Supabase)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43251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kv_store 테이블 — 키-값 범용 저장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4709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Hurdle 실적 데이터 영구 저장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50932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세션 기반 접근 (공유 가능)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정보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5303520"/>
          </a:xfrm>
          <a:prstGeom prst="roundRect">
            <a:avLst>
              <a:gd name="adj" fmla="val 1379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URL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https://contract-kt-palantir.vercel.app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38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9385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https://github.com/Bobati/contract-intelligence-deploy-5-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883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6883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Vite · Vercel · Azure OpenAI · Supabase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381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34381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OpenAI · GPT-5 Nano (2024-12-01-preview)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879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문서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 · TOS · OF3 · OF4 · AMD (PDF · DOCX · TXT)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37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49377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kv_store (영구 저장, 세션 공유)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KT–Palantir 계약 인텔리전스 플랫폼 · 2026년 3월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④  분석 리포트 즉시 출력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완료 즉시 A4 인쇄용 리포트 자동 생성 — 별도 작업 불필요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구성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03520" cy="1636776"/>
          </a:xfrm>
          <a:prstGeom prst="roundRect">
            <a:avLst>
              <a:gd name="adj" fmla="val 4469"/>
            </a:avLst>
          </a:prstGeom>
          <a:solidFill>
            <a:srgbClr val="0D1A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 (1페이지)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110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이슈 요약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종합 의견 (리스크 등급 색상 연동)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상황 요약 + 법적 분석 (2단 레이아웃)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437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위험도 근거 · 충돌 태그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0A1A0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A  KT 방어 전략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측 법적 논거 전문  ·  유리한 조항 인용 및 전략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1A0D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502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B  Palantir 예상 반론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 측 반론 전문  ·  대응 포인트 포함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517136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1A15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08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C  즉시 조치사항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8646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당장 해야 할 액션 리스트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5175504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0A1A1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669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D  관련 조항 요약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5229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분석에 활용된 조항 요약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583387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9253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E  조항 원문 전문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1813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원문 + 한국어 완역 전체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11430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기능이 중요한가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150876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D142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분석 즉시 리포트 완성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192024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정리 작업 없이 버튼 하나로 구조화된 보고서 생성. 상위 보고·법무팀 공유에 바로 활용 가능.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5146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D142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본문 1페이지 원칙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292608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결론을 1페이지에 압축. 별첨으로 세부 근거를 분리해 가독성과 활용도 모두 확보.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52044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D142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🖨️  A4 인쇄용 HTML 출력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93192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인쇄 기능으로 즉시 PDF 변환 가능. 별도 소프트웨어 불필요.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452628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D142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617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 양측 입장 동시 수록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49377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방어 전략(별첨A)과 Palantir 예상 반론(별첨B)이 한 문서에 — 협상 준비에 바로 활용.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55321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D142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조항 원문 전문 포함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0" y="594360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별첨E에 영문 원문 + 완역을 전부 수록. 외부 법무 자문 시 추가 자료 요청 없이 전달 가능.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Google NotebookLM이 아닌가?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도구 대비 전용 솔루션의 압도적 차이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1457432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NotebookLM에 계약서를 올려도 쓸 수는 있다 — 하지만 계약 실무에 필요한 것은 "질문에 답하는 AI"가 아니라 "계약을 이해하고 판단하는 시스템"이다.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664208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1664208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항목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719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Google NotebookLM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1719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이 솔루션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A0F1A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084832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084832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945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관점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1305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관점 응답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(질문한 방향으로만)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21305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+ Palantir + TOS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3-way 병렬 동시 분석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D132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65176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65176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6148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등급화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697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(텍스트 답변만 제공)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2697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/ MEDIUM / LOW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코딩 + 종합 의견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1868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A0F1A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21868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321868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2841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출력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2644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(채팅 로그만 남음)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49640" y="32644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리포트 즉시 생성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(본문+별첨 A~E 완비)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85616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D132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785616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3785616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89534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충돌 감지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8313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질문해야 확인 가능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(사전 분석 없음)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49640" y="38313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SAA-TOS 충돌 5개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분석 내장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352544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A0F1A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352544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4352544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622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변경서(AMD)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43982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재업로드 후 재질문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49640" y="43982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파싱 →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→ KB 즉시 반영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91947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D132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919472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4919472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0292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추적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9651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없음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49640" y="49651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Hurdle($55M) 실적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추적 관리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54864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A0F1A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548640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548640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55961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보안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55321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서버 저장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(민감 계약 정보 외부 노출)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49640" y="55321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Azure(KT 파트너)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환경 통제 가능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605332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D132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605332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D0D1A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2480" y="605332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08182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1630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특화 KB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92040" y="60990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(업로드 문서에만 의존)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49640" y="60990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 66개 + 충돌 분석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내장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Intelligence 기획서</dc:title>
  <dc:subject>KT–Palantir 계약 인텔리전스 플랫폼</dc:subject>
  <dc:creator>KT Contract Intelligence</dc:creator>
  <cp:lastModifiedBy>KT Contract Intelligence</cp:lastModifiedBy>
  <cp:revision>1</cp:revision>
  <dcterms:created xsi:type="dcterms:W3CDTF">2026-03-19T01:14:48Z</dcterms:created>
  <dcterms:modified xsi:type="dcterms:W3CDTF">2026-03-19T01:14:48Z</dcterms:modified>
</cp:coreProperties>
</file>